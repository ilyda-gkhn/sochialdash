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GÖREV 4</a:t>
            </a:r>
          </a:p>
          <a:p>
            <a:r>
              <a:t>Popüler ve Açık Kaynak GitHub Projelerinin Araştırılması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Staj Araştırma Görevi</a:t>
            </a:r>
          </a:p>
          <a:p>
            <a:r>
              <a:t>Hazırlayan: İlayda Gökhan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Araştırmanın Amacı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GitHub üzerindeki popüler açık kaynak projelerini incelemek</a:t>
            </a:r>
          </a:p>
          <a:p>
            <a:pPr>
              <a:defRPr sz="2400"/>
            </a:pPr>
            <a:r>
              <a:t>Teknik özelliklerini değerlendirmek</a:t>
            </a:r>
          </a:p>
          <a:p>
            <a:pPr>
              <a:defRPr sz="2400"/>
            </a:pPr>
            <a:r>
              <a:t>Kullanım alanlarını ve güçlü yönlerini analiz etmek</a:t>
            </a:r>
          </a:p>
          <a:p>
            <a:pPr>
              <a:defRPr sz="2400"/>
            </a:pPr>
            <a:r>
              <a:t>Açık kaynak ekosistemine katkılarını karşılaştırmak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Araştırma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GitHub Search ve Trending sayfaları incelendi</a:t>
            </a:r>
          </a:p>
          <a:p>
            <a:pPr>
              <a:defRPr sz="2400"/>
            </a:pPr>
            <a:r>
              <a:t>README, CONTRIBUTING, Issues ve Pull Requests değerlendirildi</a:t>
            </a:r>
          </a:p>
          <a:p>
            <a:pPr>
              <a:defRPr sz="2400"/>
            </a:pPr>
            <a:r>
              <a:t>FastAPI, n8n ve Supabase seçildi</a:t>
            </a:r>
          </a:p>
          <a:p>
            <a:pPr>
              <a:defRPr sz="2400"/>
            </a:pPr>
            <a:r>
              <a:t>Teknik analiz ve karşılaştırma gerçekleştirildi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İncelenen Projeler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FastAPI: Yüksek performanslı Python REST API framework'ü</a:t>
            </a:r>
          </a:p>
          <a:p>
            <a:pPr>
              <a:defRPr sz="2400"/>
            </a:pPr>
            <a:r>
              <a:t>n8n: Açık kaynak iş akışı otomasyon platformu</a:t>
            </a:r>
          </a:p>
          <a:p>
            <a:pPr>
              <a:defRPr sz="2400"/>
            </a:pPr>
            <a:r>
              <a:t>Supabase: PostgreSQL tabanlı Backend-as-a-Service çözümü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Karşılaştırma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FastAPI: Python, REST API, yüksek performans</a:t>
            </a:r>
          </a:p>
          <a:p>
            <a:pPr>
              <a:defRPr sz="2400"/>
            </a:pPr>
            <a:r>
              <a:t>n8n: TypeScript, otomasyon ve entegrasyon</a:t>
            </a:r>
          </a:p>
          <a:p>
            <a:pPr>
              <a:defRPr sz="2400"/>
            </a:pPr>
            <a:r>
              <a:t>Supabase: Backend, kimlik doğrulama, veritabanı ve depolama</a:t>
            </a:r>
          </a:p>
          <a:p>
            <a:pPr>
              <a:defRPr sz="2400"/>
            </a:pPr>
            <a:r>
              <a:t>Üç proje de güçlü topluluk ve dokümantasyona sahiptir.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Genel Değerlendirme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Projeler aktif olarak geliştirilmektedir.</a:t>
            </a:r>
          </a:p>
          <a:p>
            <a:pPr>
              <a:defRPr sz="2400"/>
            </a:pPr>
            <a:r>
              <a:t>Topluluk desteği ve dokümantasyonları güçlüdür.</a:t>
            </a:r>
          </a:p>
          <a:p>
            <a:pPr>
              <a:defRPr sz="2400"/>
            </a:pPr>
            <a:r>
              <a:t>Farklı ihtiyaçlara yönelik başarılı çözümler sunmaktadır.</a:t>
            </a:r>
          </a:p>
          <a:p>
            <a:pPr>
              <a:defRPr sz="2400"/>
            </a:pPr>
            <a:r>
              <a:t>Açık kaynak projeleri modern yazılım geliştirmede önemli yer tutmaktadır.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FastAPI API geliştirme için öne çıkmaktadır.</a:t>
            </a:r>
          </a:p>
          <a:p>
            <a:pPr>
              <a:defRPr sz="2400"/>
            </a:pPr>
            <a:r>
              <a:t>n8n süreç otomasyonu için güçlü bir çözümdür.</a:t>
            </a:r>
          </a:p>
          <a:p>
            <a:pPr>
              <a:defRPr sz="2400"/>
            </a:pPr>
            <a:r>
              <a:t>Supabase modern backend geliştirmeyi kolaylaştırmaktadır.</a:t>
            </a:r>
          </a:p>
          <a:p>
            <a:pPr>
              <a:defRPr sz="2400"/>
            </a:pPr>
            <a:r>
              <a:t>Teşekkür Ederim.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